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1"/>
  </p:sldMasterIdLst>
  <p:sldIdLst>
    <p:sldId id="264" r:id="rId2"/>
    <p:sldId id="277" r:id="rId3"/>
    <p:sldId id="259" r:id="rId4"/>
    <p:sldId id="257" r:id="rId5"/>
    <p:sldId id="258" r:id="rId6"/>
    <p:sldId id="266" r:id="rId7"/>
    <p:sldId id="256" r:id="rId8"/>
    <p:sldId id="265" r:id="rId9"/>
    <p:sldId id="263" r:id="rId10"/>
    <p:sldId id="269" r:id="rId11"/>
    <p:sldId id="261" r:id="rId12"/>
    <p:sldId id="260" r:id="rId13"/>
    <p:sldId id="282" r:id="rId14"/>
    <p:sldId id="275" r:id="rId15"/>
    <p:sldId id="270" r:id="rId16"/>
    <p:sldId id="271" r:id="rId17"/>
    <p:sldId id="267" r:id="rId18"/>
    <p:sldId id="272" r:id="rId19"/>
    <p:sldId id="262" r:id="rId20"/>
    <p:sldId id="268" r:id="rId21"/>
    <p:sldId id="274" r:id="rId22"/>
    <p:sldId id="273" r:id="rId23"/>
    <p:sldId id="28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1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4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8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2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2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3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7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33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307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8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9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62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2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3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AA16-B78F-A9C0-18F3-0E1F2C76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2486647"/>
            <a:ext cx="7429499" cy="1478570"/>
          </a:xfrm>
        </p:spPr>
        <p:txBody>
          <a:bodyPr/>
          <a:lstStyle/>
          <a:p>
            <a:pPr algn="ctr"/>
            <a:r>
              <a:rPr lang="en-US" dirty="0"/>
              <a:t>Math Modules in JavaScript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80E0D-9244-C019-39C2-455456848FE4}"/>
              </a:ext>
            </a:extLst>
          </p:cNvPr>
          <p:cNvSpPr txBox="1"/>
          <p:nvPr/>
        </p:nvSpPr>
        <p:spPr>
          <a:xfrm>
            <a:off x="5024284" y="5292353"/>
            <a:ext cx="3634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By: </a:t>
            </a:r>
            <a:r>
              <a:rPr lang="en-US" dirty="0" err="1"/>
              <a:t>Yellampalli</a:t>
            </a:r>
            <a:r>
              <a:rPr lang="en-US" dirty="0"/>
              <a:t> Anjani Mounika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32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74C3-C126-3219-3512-E53E53B7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93" y="609601"/>
            <a:ext cx="7429466" cy="168728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75929-01AD-FBC9-3371-CA2E7DDD9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058" y="2721430"/>
            <a:ext cx="7428344" cy="3069770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provides the `Math` object, which contains a set of properties and methods for mathematical operations.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 Math methods are static.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a constructor, so we use it directly: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n-IN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Math.methodName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49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Math.round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 a number to the nearest integer.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Math.round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(number);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Math.round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(4.5);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Math.ceil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 a number up to the nearest integer.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Math.ceil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(number);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Math.ceil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(4.2);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Math.floor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 a number downward to the nearest integer.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Math.floor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(number);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Math.floor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(4.9);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D293-F324-DD3B-17D7-DFFE5A11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Math.trunc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72DBE-6695-394D-1280-EABDE240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integer part of a number by removing decimal digits.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Math.trunc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(number);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Math.trunc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(4.9);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81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Math.abs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absolute (positive) value of a number.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Math.abs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(number);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Math.abs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(-10);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B04D-6352-DD21-83E3-DFE1C5A6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Math.pow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3B747-DE05-7675-A3D2-F631B8560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base to the exponent power.</a:t>
            </a:r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Math.pow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(base, exponent);</a:t>
            </a:r>
          </a:p>
          <a:p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Math.pow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(2, 3);</a:t>
            </a:r>
          </a:p>
          <a:p>
            <a:pPr marL="0" indent="0">
              <a:buNone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// Output: 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39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square root of a number.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(number);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D949-A30A-8C4C-C5B0-CE6C6C3F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Math.cbrt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AB614-6C65-15BF-8753-1945490EF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cube root of a number.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Math.cbrt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(number);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Math.cbrt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(27);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298772"/>
          </a:xfrm>
        </p:spPr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Math.min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917290"/>
            <a:ext cx="7429499" cy="3873911"/>
          </a:xfrm>
        </p:spPr>
        <p:txBody>
          <a:bodyPr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smallest number from given values.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Math.min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(num1, num2, ...,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Math.min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20, 5);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Math.max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largest number from given values.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Math.max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(num1, num2, ...,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Math.max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20, 5);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34AD-0EBA-717E-F1DF-836B4E96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</a:t>
            </a:r>
            <a:r>
              <a:rPr lang="en-US" dirty="0" err="1"/>
              <a:t>Math.pi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D82A-57A6-8FB5-AC61-3A60B198D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mathematical constant π (pi).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#Output: 3.141592653589793</a:t>
            </a:r>
          </a:p>
        </p:txBody>
      </p:sp>
    </p:spTree>
    <p:extLst>
      <p:ext uri="{BB962C8B-B14F-4D97-AF65-F5344CB8AC3E}">
        <p14:creationId xmlns:p14="http://schemas.microsoft.com/office/powerpoint/2010/main" val="146545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D3EC-6426-F7B8-FF12-72043C91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Math.sin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B4D0B-FD25-C717-96F6-C0909AB9F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sine of a number (angle in radians).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Math.sin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angleInRadians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Math.sin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Math.PI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2);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585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F6E5-C48C-68B8-9D74-FEB19DDB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Math.cos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A2593-607E-DF76-C1F5-D6BCF5A04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cosine of a number (angle in radians).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Math.cos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angleInRadians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Math.cos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473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2108-DA28-1F84-CB0F-B29E5DF4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Math.tan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6A2C-CF89-CA5F-DF01-FD289E2B8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tangent of a number (angle in radians).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Math.tan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angleInRadians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Math.tan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Math.PI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4);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69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45BA-1797-AFA0-1B76-88D18FBD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ath.log()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F1AB7-6298-E495-C840-D55742C0C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natural logarithm (base e) of a number.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Math.log(number);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Math.log(1);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72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F3CB-5E53-CCD8-1DFC-9CC4A7C1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Math.log10()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CD03-DD27-BD2A-04E5-1C959F12E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base 10 logarithm of a number.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Math.log10(number);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Math.log10(100);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104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Math.random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 random number between 0 (inclusive) and 1 (exclusive).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Math.random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Math.random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0.345 (example random value)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96BC-2B83-8DBE-9607-DE0D288E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Math.exp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2BB42-2286-69EF-43F0-8A8403E63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e (Euler’s number) raised to the power of a number.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Math.exp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(number);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Math.exp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2.718...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601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1FD7-EB6D-E327-D63B-62178B5C4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CEF12-91CC-31AC-5472-4B0C4CE2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1 if positive, -1 if negative, 0 if zero.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Math.sign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(number);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Math.sign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(-7);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-1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417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0D05-402D-A53C-54E9-10FA500A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Math.hypot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EB79-20ED-E7E8-6330-EB4F6675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Returns the square root of the sum of squares of given numbers.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Syntax: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Math.hypot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(value1, value2, ...,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valueN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Math.hypot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(3, 4);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// Output: 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117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AE75-39F6-00C5-2C77-7C49E5E5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748" y="2013857"/>
            <a:ext cx="7429499" cy="1915886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18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359</TotalTime>
  <Words>838</Words>
  <Application>Microsoft Office PowerPoint</Application>
  <PresentationFormat>On-screen Show (4:3)</PresentationFormat>
  <Paragraphs>148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Tw Cen MT</vt:lpstr>
      <vt:lpstr>Circuit</vt:lpstr>
      <vt:lpstr>Math Modules in JavaScript</vt:lpstr>
      <vt:lpstr>Math</vt:lpstr>
      <vt:lpstr>Math.round()</vt:lpstr>
      <vt:lpstr>Math.ceil()</vt:lpstr>
      <vt:lpstr>Math.floor()</vt:lpstr>
      <vt:lpstr>Math.trunc()</vt:lpstr>
      <vt:lpstr>Math.abs()</vt:lpstr>
      <vt:lpstr>Math.pow()</vt:lpstr>
      <vt:lpstr>Math.sqrt()</vt:lpstr>
      <vt:lpstr>Math.cbrt()</vt:lpstr>
      <vt:lpstr>Math.min()</vt:lpstr>
      <vt:lpstr>Math.max()</vt:lpstr>
      <vt:lpstr>                       Math.pi()</vt:lpstr>
      <vt:lpstr>Math.sin()</vt:lpstr>
      <vt:lpstr>Math.cos()</vt:lpstr>
      <vt:lpstr>Math.tan()</vt:lpstr>
      <vt:lpstr>Math.log()</vt:lpstr>
      <vt:lpstr>Math.log10()</vt:lpstr>
      <vt:lpstr>Math.random()</vt:lpstr>
      <vt:lpstr>Math.exp()</vt:lpstr>
      <vt:lpstr>Math.sign()</vt:lpstr>
      <vt:lpstr>Math.hypot()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5</cp:revision>
  <dcterms:created xsi:type="dcterms:W3CDTF">2013-01-27T09:14:16Z</dcterms:created>
  <dcterms:modified xsi:type="dcterms:W3CDTF">2026-02-24T06:17:28Z</dcterms:modified>
  <cp:category/>
</cp:coreProperties>
</file>
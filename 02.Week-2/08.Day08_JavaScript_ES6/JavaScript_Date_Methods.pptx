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3schools.com/js/js_dates.as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1463040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E293B"/>
                </a:solidFill>
              </a:rPr>
              <a:t>JS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2286000" y="141732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</a:rPr>
              <a:t>JavaScript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286000" y="2057400"/>
            <a:ext cx="6583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563EB"/>
                </a:solidFill>
              </a:rPr>
              <a:t>Date Methods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2286000" y="29260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A complete guide to working with dates and time in JavaScript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4754880"/>
            <a:ext cx="32918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By Aaysha Khan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Date is Important in Web Development?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</a:rPr>
              <a:t>Without date and time, most web applications cannot work properly.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10972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298448"/>
            <a:ext cx="8065008" cy="54864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353312"/>
            <a:ext cx="475488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353312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1872" y="13350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Stores Login Time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61872" y="1572768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Records exactly when a user logs in or out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10972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2011680"/>
            <a:ext cx="8065008" cy="54864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066544"/>
            <a:ext cx="475488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066544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🧾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20482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Shows Order Date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61872" y="2286000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E-commerce &amp; food apps show order timestamps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724912"/>
            <a:ext cx="10972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2724912"/>
            <a:ext cx="8065008" cy="54864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2779776"/>
            <a:ext cx="475488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779776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61872" y="27614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Tracks User Activity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61872" y="2999232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Analytics dashboards rely on date-based data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438144"/>
            <a:ext cx="10972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3438144"/>
            <a:ext cx="8065008" cy="54864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" y="3493008"/>
            <a:ext cx="475488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49300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💳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61872" y="3474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Used in Booking &amp; Payments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61872" y="3712464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Travel, hotel, and payment apps need dates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151376"/>
            <a:ext cx="10972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" y="4151376"/>
            <a:ext cx="8065008" cy="54864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5800" y="4206240"/>
            <a:ext cx="475488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206240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61872" y="41879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Every Real-Time App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61872" y="4425696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Live clocks, countdowns, and OTP timers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a Date Object?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The JavaScript Date object is used to handle dates and time.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Once a date object is created, built-in methods let you read and manipulate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256032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66420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🔐  Login Systems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3552" y="1664208"/>
            <a:ext cx="256032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73552" y="166420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📅  Booking Apps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9904" y="1664208"/>
            <a:ext cx="256032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9904" y="166420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📊  Dashboards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256032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32257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💳  Payments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73552" y="2322576"/>
            <a:ext cx="256032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73552" y="232257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✅  Attendance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9904" y="2322576"/>
            <a:ext cx="256032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9904" y="232257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🕐  Timestamps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822960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0040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 = new Date();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Mon Feb 23 2026 19:53:29 GMT+0530 (India Standard Time)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Note: JavaScript uses the browser's time zone and displays date as a full text string.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new Date()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Returns: Object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Creates a date object with the current date and time.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3931920" cy="320040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34440"/>
            <a:ext cx="393192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3444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Syntax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1691640"/>
            <a:ext cx="3749040" cy="201168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17830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 = new Date();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Mon Feb 23 2026 07:30:20 GMT+0530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234440"/>
            <a:ext cx="3931920" cy="320040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234440"/>
            <a:ext cx="393192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23444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Return Type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73736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Object
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Date objects are static — they capture the exact moment they are created and do not update automatically.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⚠️  Note: Call new Date() again to get the updated time — it does not auto-refresh.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9 Ways to Create a Date Object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77240"/>
            <a:ext cx="411480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777240"/>
            <a:ext cx="32004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77240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7772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Date()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581912"/>
            <a:ext cx="41148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81912"/>
            <a:ext cx="32004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81912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158191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Date("date string")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386584"/>
            <a:ext cx="41148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86584"/>
            <a:ext cx="32004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86584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238658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Date(year, month)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191256"/>
            <a:ext cx="41148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91256"/>
            <a:ext cx="32004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91256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" y="319125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Date(year, month, day)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995928"/>
            <a:ext cx="41148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95928"/>
            <a:ext cx="32004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95928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399592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Date(year, month, day, hours)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777240"/>
            <a:ext cx="41148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777240"/>
            <a:ext cx="32004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777240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38928" y="7772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Date(year, month, day, hours, minutes)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1581912"/>
            <a:ext cx="41148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581912"/>
            <a:ext cx="32004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581912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38928" y="158191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Date(year, month, day, hours, minutes, seconds)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2386584"/>
            <a:ext cx="41148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386584"/>
            <a:ext cx="32004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386584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38928" y="238658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Date(year, month, day, hours, minutes, seconds, ms)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54880" y="3191256"/>
            <a:ext cx="41148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3191256"/>
            <a:ext cx="32004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191256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38928" y="319125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Date(milliseconds)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" y="4663440"/>
            <a:ext cx="411480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>
            <a:hlinkClick r:id="rId1" tooltip=""/>
          </p:cNvPr>
          <p:cNvSpPr/>
          <p:nvPr/>
        </p:nvSpPr>
        <p:spPr>
          <a:xfrm>
            <a:off x="548640" y="4663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2563EB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Explore more on W3Schools →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getFullYear()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Returns: Number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Returns the year of a date as a four-digit number.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Example 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16459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 = new Date();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console.log(d.getFullYear());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393192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03580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Output:  2026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Example 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554480"/>
            <a:ext cx="393192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16459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 = new Date("2021-03-25");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console.log(d.getFullYear());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035808"/>
            <a:ext cx="393192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03580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Output:  2021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720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🔧  Uses: Age calculator, form validation, copyright year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getMonth()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Returns: Number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Returns the month as a number (0–11).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344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⚠️  JavaScript months start from 0. Add +1 to display the correct month.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17830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 = new Date();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console.log(d.getMonth() + 1);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+1 needed for correct month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19272"/>
            <a:ext cx="822960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1927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Output:  2  (February)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720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🔧  Uses: Monthly reports, billing systems, subscription tracking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getDate()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Returns: Number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Returns the day of the month as a number (1–31).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 = new Date();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console.log(d.getDate());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62072"/>
            <a:ext cx="822960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6207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Output:  23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720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🔧  Uses: Attendance tracking, daily task management, reports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getDay()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Returns: Number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Returns the day of the week as a number (0–6).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344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⚠️  Day 0 = Sunday, Day 1 = Monday, ..., Day 6 = Saturday.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17830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 = new Date();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console.log(d.getDay());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= Monday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19272"/>
            <a:ext cx="822960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1927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Output:  1  (Monday)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720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🔧  Uses: Timetables, delivery scheduling, calendar apps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getHours()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Returns: Number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Returns the current hour as a number (0–23).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 = new Date();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console.log(d.getHours());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62072"/>
            <a:ext cx="822960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6207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Output:  19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720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🔧  Uses: Login time tracking, live clocks, chat applications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getMinutes()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Returns: Number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Returns the current minutes as a number (0–59).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 = new Date();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console.log(d.getMinutes());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62072"/>
            <a:ext cx="822960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6207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Output:  45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720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🔧  Uses: Timers, dashboards, countdown clocks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getSeconds()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Returns: Number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Returns the current seconds as a number (0–59).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 = new Date();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console.log(d.getSeconds());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62072"/>
            <a:ext cx="822960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6207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Output:  30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720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🔧  Uses: OTP timers, stopwatches, performance tracking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getTime()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Returns: Number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Returns milliseconds elapsed since January 1, 1970 (Unix Epoch).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 = new Date();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console.log(d.getTime());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62072"/>
            <a:ext cx="822960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6207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Output:  1708670000000  (very large number)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720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🔧  Uses: Timestamps, performance tracking, comparing dates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setFullYear()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Returns: Updated Date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Sets the year of a date object.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 = new Date();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d.setFullYear(2030);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62072"/>
            <a:ext cx="822960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6207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Output:  Year changes to 2030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720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🔧  Uses: Expiry dates, future bookings, subscription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setMonth()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Returns: Updated Date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Changes the month of a date object. Parameter range: 0–11.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 = new Date();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d.setMonth(11); // 11 = December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62072"/>
            <a:ext cx="822960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6207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Output:  Month set to December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720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🔧  Uses: Booking systems, calendar navigation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setDate()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Returns: Updated Date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Changes the day of the month. Parameter range: 1–31.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 = new Date();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d.setDate(1);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62072"/>
            <a:ext cx="822960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6207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Output:  Date becomes 1st of the month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720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🔧  Uses: Scheduling systems, invoice generation, reminders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toDateString()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Returns: String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Converts the date into a human-readable string format.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 = new Date();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console.log(d.toDateString());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62072"/>
            <a:ext cx="822960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6207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Output:  Mon Feb 23 2026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720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🔧  Uses: Displaying dates on websites, user-facing UI elements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toLocaleDateString()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91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Returns: String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Displays the date in the local country format based on the user's locale.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 = new Date();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console.log(d.toLocaleDateString());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Format depends on the user's region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62072"/>
            <a:ext cx="822960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6207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Output:  23/2/2026  (India format)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720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🔧  Uses: Dashboards, multi-region forms, international reports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Custom Format: dd/mm/yyyy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A standard format used worldwide in invoices, forms, and admin panels.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325880"/>
            <a:ext cx="7955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 = new Date();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day   = String(d.getDate()).padStart(2, '0');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month = String(d.getMonth() + 1).padStart(2, '0');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year  = d.getFullYear();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console.log(day + "/" + month + "/" + year);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822960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70332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Output:  23/02/2026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270248"/>
            <a:ext cx="822960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2702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💡  padStart(2, '0') ensures two-digit formatting — e.g., '2' becomes '02'.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Timezone in JavaScript (IST)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JavaScript normally uses the browser's timezone. In real-world projects we often need a specific timezone like IST.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82296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389888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now = new Date();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ist = now.toLocaleString("en-IN",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timeZone: "Asia/Kolkata"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console.log("Current IST Time:", ist);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29184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Output:  Current IST Time: 23/2/2026, 7:45:30 pm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858768"/>
            <a:ext cx="822960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5876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563EB"/>
                </a:solidFill>
              </a:rPr>
              <a:t>💬  "If users are in different countries, we convert time using timezone."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370832"/>
            <a:ext cx="4023360" cy="420624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437083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🏦  Banking Apps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4370832"/>
            <a:ext cx="4023360" cy="420624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437083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🌍  International Apps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873752"/>
            <a:ext cx="4023360" cy="420624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487375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📅  Booking Systems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4873752"/>
            <a:ext cx="4023360" cy="420624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487375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🖥️  Admin Dashboards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Real World Example — Login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Shows the date and time when a user logs into an application.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32588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login = new Date();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console.log("Date:", login.toLocaleDateString());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console.log("Time:", login.getHours() + ":" + login.getMinutes());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44952"/>
            <a:ext cx="8229600" cy="47548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04495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Output:  Date: 23/2/2026    Time: 19:45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393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Where is this used?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041648"/>
            <a:ext cx="4023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40416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🏢  Company Dashboards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4041648"/>
            <a:ext cx="4023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40416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🏦  Banking Applications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590288"/>
            <a:ext cx="4023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45902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🛒  E-commerce Portals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4590288"/>
            <a:ext cx="4023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45902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🖥️  Admin Panels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Where Are Dates Used in Real Life?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41248"/>
            <a:ext cx="265176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41248"/>
            <a:ext cx="265176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4124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📱  Social Media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441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Last seen, post timestamps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18688" y="841248"/>
            <a:ext cx="265176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841248"/>
            <a:ext cx="265176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84124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✈️  Online Booking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3441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Flights, hotels, travel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71616" y="841248"/>
            <a:ext cx="265176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841248"/>
            <a:ext cx="265176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84124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🍕  Food Delivery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63056" y="13441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Order time &amp; ETA tracking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487168"/>
            <a:ext cx="265176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487168"/>
            <a:ext cx="265176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48716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Attendance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299008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School, office, factory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18688" y="2487168"/>
            <a:ext cx="265176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2487168"/>
            <a:ext cx="265176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18688" y="248716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💰  Payments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10128" y="299008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Bank statements, receipts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71616" y="2487168"/>
            <a:ext cx="265176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71616" y="2487168"/>
            <a:ext cx="265176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71616" y="248716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🖥️  Admin Dashboards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63056" y="299008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Reports, logs, analytics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6177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563EB"/>
                </a:solidFill>
              </a:rPr>
              <a:t>Dates are everywhere — mastering Date methods makes you a stronger developer!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The Date object helps you manage: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Current date and time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956816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56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95681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Year, month, and day extraction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450592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50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45059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Login and booking timestamps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2944368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94436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Custom date formatting (dd/mm/yyyy)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438144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38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43814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Scheduling and reminders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041648"/>
            <a:ext cx="804672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041648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Used:  new Date()  ·  getFullYear()  ·  getMonth()  ·  getDate()  ·  getHours()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828800" y="4572000"/>
            <a:ext cx="54864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828800" y="4572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Thank You! 🎉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Date Methods</dc:title>
  <dc:subject>PptxGenJS Presentation</dc:subject>
  <dc:creator>PptxGenJS</dc:creator>
  <cp:lastModifiedBy>PptxGenJS</cp:lastModifiedBy>
  <cp:revision>1</cp:revision>
  <dcterms:created xsi:type="dcterms:W3CDTF">2026-02-24T06:43:44Z</dcterms:created>
  <dcterms:modified xsi:type="dcterms:W3CDTF">2026-02-24T06:43:44Z</dcterms:modified>
</cp:coreProperties>
</file>